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6F70A5-FAE0-A5E6-4876-1F60A1009A38}" v="441" dt="2026-09-07T19:54:24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 ARAUJO VINCE" userId="S::ana.vince@aluno.cps.sp.gov.br::681984a0-5eea-4176-bc02-0c921d38de01" providerId="AD" clId="Web-{7B6F70A5-FAE0-A5E6-4876-1F60A1009A38}"/>
    <pc:docChg chg="modSld">
      <pc:chgData name="ANA BEATRIZ ARAUJO VINCE" userId="S::ana.vince@aluno.cps.sp.gov.br::681984a0-5eea-4176-bc02-0c921d38de01" providerId="AD" clId="Web-{7B6F70A5-FAE0-A5E6-4876-1F60A1009A38}" dt="2026-09-07T19:54:24.163" v="307" actId="1076"/>
      <pc:docMkLst>
        <pc:docMk/>
      </pc:docMkLst>
      <pc:sldChg chg="addSp delSp modSp mod modClrScheme chgLayout">
        <pc:chgData name="ANA BEATRIZ ARAUJO VINCE" userId="S::ana.vince@aluno.cps.sp.gov.br::681984a0-5eea-4176-bc02-0c921d38de01" providerId="AD" clId="Web-{7B6F70A5-FAE0-A5E6-4876-1F60A1009A38}" dt="2026-09-07T19:54:24.163" v="307" actId="1076"/>
        <pc:sldMkLst>
          <pc:docMk/>
          <pc:sldMk cId="2210866551" sldId="256"/>
        </pc:sldMkLst>
        <pc:spChg chg="del">
          <ac:chgData name="ANA BEATRIZ ARAUJO VINCE" userId="S::ana.vince@aluno.cps.sp.gov.br::681984a0-5eea-4176-bc02-0c921d38de01" providerId="AD" clId="Web-{7B6F70A5-FAE0-A5E6-4876-1F60A1009A38}" dt="2026-09-07T19:18:44.219" v="0"/>
          <ac:spMkLst>
            <pc:docMk/>
            <pc:sldMk cId="2210866551" sldId="256"/>
            <ac:spMk id="2" creationId="{00000000-0000-0000-0000-000000000000}"/>
          </ac:spMkLst>
        </pc:spChg>
        <pc:spChg chg="del">
          <ac:chgData name="ANA BEATRIZ ARAUJO VINCE" userId="S::ana.vince@aluno.cps.sp.gov.br::681984a0-5eea-4176-bc02-0c921d38de01" providerId="AD" clId="Web-{7B6F70A5-FAE0-A5E6-4876-1F60A1009A38}" dt="2026-09-07T19:18:44.219" v="0"/>
          <ac:spMkLst>
            <pc:docMk/>
            <pc:sldMk cId="2210866551" sldId="256"/>
            <ac:spMk id="3" creationId="{00000000-0000-0000-0000-000000000000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39:57.065" v="119"/>
          <ac:spMkLst>
            <pc:docMk/>
            <pc:sldMk cId="2210866551" sldId="256"/>
            <ac:spMk id="4" creationId="{FEF7E6BE-9174-258A-A2A8-AB30CE423406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40:13.160" v="120"/>
          <ac:spMkLst>
            <pc:docMk/>
            <pc:sldMk cId="2210866551" sldId="256"/>
            <ac:spMk id="5" creationId="{950F083D-5F92-353A-28CC-43B002EB1E8E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40:31.318" v="121"/>
          <ac:spMkLst>
            <pc:docMk/>
            <pc:sldMk cId="2210866551" sldId="256"/>
            <ac:spMk id="6" creationId="{0307777D-E7D0-9927-2073-B6F23CF5803B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40:35.334" v="122"/>
          <ac:spMkLst>
            <pc:docMk/>
            <pc:sldMk cId="2210866551" sldId="256"/>
            <ac:spMk id="7" creationId="{7C767EE2-BBBD-4A00-AF85-EFBE1DD3FF3E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42:12.357" v="162"/>
          <ac:spMkLst>
            <pc:docMk/>
            <pc:sldMk cId="2210866551" sldId="256"/>
            <ac:spMk id="13" creationId="{AA4BEB24-DC59-7B61-832F-650F919FB53D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42:16.498" v="163"/>
          <ac:spMkLst>
            <pc:docMk/>
            <pc:sldMk cId="2210866551" sldId="256"/>
            <ac:spMk id="14" creationId="{7412304A-2ECA-1568-60AD-1F8A3E562869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43:17.612" v="169"/>
          <ac:spMkLst>
            <pc:docMk/>
            <pc:sldMk cId="2210866551" sldId="256"/>
            <ac:spMk id="15" creationId="{AB571F4C-CBA8-30EA-18AB-C8568CA3EA47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42:21.014" v="164"/>
          <ac:spMkLst>
            <pc:docMk/>
            <pc:sldMk cId="2210866551" sldId="256"/>
            <ac:spMk id="16" creationId="{CC9FF462-6988-6AFA-1B7B-4CF87F2A4FC2}"/>
          </ac:spMkLst>
        </pc:spChg>
        <pc:spChg chg="add del mod">
          <ac:chgData name="ANA BEATRIZ ARAUJO VINCE" userId="S::ana.vince@aluno.cps.sp.gov.br::681984a0-5eea-4176-bc02-0c921d38de01" providerId="AD" clId="Web-{7B6F70A5-FAE0-A5E6-4876-1F60A1009A38}" dt="2026-09-07T19:53:08.141" v="298" actId="20577"/>
          <ac:spMkLst>
            <pc:docMk/>
            <pc:sldMk cId="2210866551" sldId="256"/>
            <ac:spMk id="25" creationId="{11EA3A44-C7D4-C3C1-EEE2-F01C1EB2AADA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53:17.142" v="299" actId="20577"/>
          <ac:spMkLst>
            <pc:docMk/>
            <pc:sldMk cId="2210866551" sldId="256"/>
            <ac:spMk id="26" creationId="{B00F566A-DE7F-73E4-082D-81D3FE4E9473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53:24.361" v="300" actId="20577"/>
          <ac:spMkLst>
            <pc:docMk/>
            <pc:sldMk cId="2210866551" sldId="256"/>
            <ac:spMk id="27" creationId="{BCE14481-347A-AFE6-68CA-AA0AF1C044DF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53:29.455" v="301" actId="20577"/>
          <ac:spMkLst>
            <pc:docMk/>
            <pc:sldMk cId="2210866551" sldId="256"/>
            <ac:spMk id="28" creationId="{E021EE31-50A1-D365-CAB1-47CF20E38571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53:37.565" v="302" actId="20577"/>
          <ac:spMkLst>
            <pc:docMk/>
            <pc:sldMk cId="2210866551" sldId="256"/>
            <ac:spMk id="29" creationId="{51023B62-0A86-EA8E-4EC8-505EB611F349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53:42.816" v="303" actId="20577"/>
          <ac:spMkLst>
            <pc:docMk/>
            <pc:sldMk cId="2210866551" sldId="256"/>
            <ac:spMk id="30" creationId="{8E3208CB-1D28-5FD0-734D-1923E94733CB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53:49.019" v="304" actId="20577"/>
          <ac:spMkLst>
            <pc:docMk/>
            <pc:sldMk cId="2210866551" sldId="256"/>
            <ac:spMk id="31" creationId="{A6716404-1908-E206-5D22-26E2881B50B7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53:54.051" v="305" actId="20577"/>
          <ac:spMkLst>
            <pc:docMk/>
            <pc:sldMk cId="2210866551" sldId="256"/>
            <ac:spMk id="32" creationId="{7469E3A4-E81D-D92E-C8F2-E0C249C12DC8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48:30.683" v="245" actId="20577"/>
          <ac:spMkLst>
            <pc:docMk/>
            <pc:sldMk cId="2210866551" sldId="256"/>
            <ac:spMk id="33" creationId="{DA5B82A3-615A-648D-C884-80099A33FF49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48:56.700" v="259" actId="1076"/>
          <ac:spMkLst>
            <pc:docMk/>
            <pc:sldMk cId="2210866551" sldId="256"/>
            <ac:spMk id="34" creationId="{1D2E4FAD-C0BE-59A9-0465-7D78513211AA}"/>
          </ac:spMkLst>
        </pc:spChg>
        <pc:spChg chg="add mod">
          <ac:chgData name="ANA BEATRIZ ARAUJO VINCE" userId="S::ana.vince@aluno.cps.sp.gov.br::681984a0-5eea-4176-bc02-0c921d38de01" providerId="AD" clId="Web-{7B6F70A5-FAE0-A5E6-4876-1F60A1009A38}" dt="2026-09-07T19:54:24.163" v="307" actId="1076"/>
          <ac:spMkLst>
            <pc:docMk/>
            <pc:sldMk cId="2210866551" sldId="256"/>
            <ac:spMk id="35" creationId="{EAF426F8-97CB-422C-099E-25B99188C9F7}"/>
          </ac:spMkLst>
        </pc:spChg>
        <pc:picChg chg="add mod">
          <ac:chgData name="ANA BEATRIZ ARAUJO VINCE" userId="S::ana.vince@aluno.cps.sp.gov.br::681984a0-5eea-4176-bc02-0c921d38de01" providerId="AD" clId="Web-{7B6F70A5-FAE0-A5E6-4876-1F60A1009A38}" dt="2026-09-07T19:25:50.423" v="15" actId="1076"/>
          <ac:picMkLst>
            <pc:docMk/>
            <pc:sldMk cId="2210866551" sldId="256"/>
            <ac:picMk id="8" creationId="{BD28AFEA-FC05-8CFA-7498-1C02900B8571}"/>
          </ac:picMkLst>
        </pc:picChg>
        <pc:picChg chg="add mod">
          <ac:chgData name="ANA BEATRIZ ARAUJO VINCE" userId="S::ana.vince@aluno.cps.sp.gov.br::681984a0-5eea-4176-bc02-0c921d38de01" providerId="AD" clId="Web-{7B6F70A5-FAE0-A5E6-4876-1F60A1009A38}" dt="2026-09-07T19:31:57.842" v="46" actId="1076"/>
          <ac:picMkLst>
            <pc:docMk/>
            <pc:sldMk cId="2210866551" sldId="256"/>
            <ac:picMk id="17" creationId="{F4D7B0B5-C4FF-4AEE-EBDC-C1C26AA2A440}"/>
          </ac:picMkLst>
        </pc:picChg>
        <pc:cxnChg chg="add mod">
          <ac:chgData name="ANA BEATRIZ ARAUJO VINCE" userId="S::ana.vince@aluno.cps.sp.gov.br::681984a0-5eea-4176-bc02-0c921d38de01" providerId="AD" clId="Web-{7B6F70A5-FAE0-A5E6-4876-1F60A1009A38}" dt="2026-09-07T19:26:30.332" v="21" actId="14100"/>
          <ac:cxnSpMkLst>
            <pc:docMk/>
            <pc:sldMk cId="2210866551" sldId="256"/>
            <ac:cxnSpMk id="9" creationId="{28E1DA93-E663-FF77-5E9E-F5FF21E0CCDD}"/>
          </ac:cxnSpMkLst>
        </pc:cxnChg>
        <pc:cxnChg chg="add mod">
          <ac:chgData name="ANA BEATRIZ ARAUJO VINCE" userId="S::ana.vince@aluno.cps.sp.gov.br::681984a0-5eea-4176-bc02-0c921d38de01" providerId="AD" clId="Web-{7B6F70A5-FAE0-A5E6-4876-1F60A1009A38}" dt="2026-09-07T19:26:45.818" v="23" actId="14100"/>
          <ac:cxnSpMkLst>
            <pc:docMk/>
            <pc:sldMk cId="2210866551" sldId="256"/>
            <ac:cxnSpMk id="10" creationId="{ACA79B5A-FC3B-7096-C048-DC8D01ECE9B0}"/>
          </ac:cxnSpMkLst>
        </pc:cxnChg>
        <pc:cxnChg chg="add mod">
          <ac:chgData name="ANA BEATRIZ ARAUJO VINCE" userId="S::ana.vince@aluno.cps.sp.gov.br::681984a0-5eea-4176-bc02-0c921d38de01" providerId="AD" clId="Web-{7B6F70A5-FAE0-A5E6-4876-1F60A1009A38}" dt="2026-09-07T19:27:02.022" v="27" actId="14100"/>
          <ac:cxnSpMkLst>
            <pc:docMk/>
            <pc:sldMk cId="2210866551" sldId="256"/>
            <ac:cxnSpMk id="11" creationId="{52149227-2A56-6D24-2B7E-795E69EE36F8}"/>
          </ac:cxnSpMkLst>
        </pc:cxnChg>
        <pc:cxnChg chg="add mod">
          <ac:chgData name="ANA BEATRIZ ARAUJO VINCE" userId="S::ana.vince@aluno.cps.sp.gov.br::681984a0-5eea-4176-bc02-0c921d38de01" providerId="AD" clId="Web-{7B6F70A5-FAE0-A5E6-4876-1F60A1009A38}" dt="2026-09-07T19:27:24.321" v="32" actId="14100"/>
          <ac:cxnSpMkLst>
            <pc:docMk/>
            <pc:sldMk cId="2210866551" sldId="256"/>
            <ac:cxnSpMk id="12" creationId="{C656011A-8AE9-1BCF-1F83-E35A9C4C725D}"/>
          </ac:cxnSpMkLst>
        </pc:cxnChg>
        <pc:cxnChg chg="add mod">
          <ac:chgData name="ANA BEATRIZ ARAUJO VINCE" userId="S::ana.vince@aluno.cps.sp.gov.br::681984a0-5eea-4176-bc02-0c921d38de01" providerId="AD" clId="Web-{7B6F70A5-FAE0-A5E6-4876-1F60A1009A38}" dt="2026-09-07T19:33:33.927" v="55" actId="14100"/>
          <ac:cxnSpMkLst>
            <pc:docMk/>
            <pc:sldMk cId="2210866551" sldId="256"/>
            <ac:cxnSpMk id="18" creationId="{4B3790FC-FFB1-A55E-DD0F-3E2C5FCA7ED7}"/>
          </ac:cxnSpMkLst>
        </pc:cxnChg>
        <pc:cxnChg chg="add mod">
          <ac:chgData name="ANA BEATRIZ ARAUJO VINCE" userId="S::ana.vince@aluno.cps.sp.gov.br::681984a0-5eea-4176-bc02-0c921d38de01" providerId="AD" clId="Web-{7B6F70A5-FAE0-A5E6-4876-1F60A1009A38}" dt="2026-09-07T19:33:28.067" v="54" actId="14100"/>
          <ac:cxnSpMkLst>
            <pc:docMk/>
            <pc:sldMk cId="2210866551" sldId="256"/>
            <ac:cxnSpMk id="19" creationId="{D4DC7B32-FADB-DA45-DA44-2533CE85F42B}"/>
          </ac:cxnSpMkLst>
        </pc:cxnChg>
        <pc:cxnChg chg="add mod">
          <ac:chgData name="ANA BEATRIZ ARAUJO VINCE" userId="S::ana.vince@aluno.cps.sp.gov.br::681984a0-5eea-4176-bc02-0c921d38de01" providerId="AD" clId="Web-{7B6F70A5-FAE0-A5E6-4876-1F60A1009A38}" dt="2026-09-07T19:35:13.138" v="60" actId="14100"/>
          <ac:cxnSpMkLst>
            <pc:docMk/>
            <pc:sldMk cId="2210866551" sldId="256"/>
            <ac:cxnSpMk id="20" creationId="{7E501294-CD3B-4A44-87C4-AC0A7413CE45}"/>
          </ac:cxnSpMkLst>
        </pc:cxnChg>
        <pc:cxnChg chg="add mod">
          <ac:chgData name="ANA BEATRIZ ARAUJO VINCE" userId="S::ana.vince@aluno.cps.sp.gov.br::681984a0-5eea-4176-bc02-0c921d38de01" providerId="AD" clId="Web-{7B6F70A5-FAE0-A5E6-4876-1F60A1009A38}" dt="2026-09-07T19:35:49.359" v="64" actId="14100"/>
          <ac:cxnSpMkLst>
            <pc:docMk/>
            <pc:sldMk cId="2210866551" sldId="256"/>
            <ac:cxnSpMk id="21" creationId="{207B7138-ECA5-558C-EAF4-6B161C277B4F}"/>
          </ac:cxnSpMkLst>
        </pc:cxnChg>
        <pc:cxnChg chg="add mod">
          <ac:chgData name="ANA BEATRIZ ARAUJO VINCE" userId="S::ana.vince@aluno.cps.sp.gov.br::681984a0-5eea-4176-bc02-0c921d38de01" providerId="AD" clId="Web-{7B6F70A5-FAE0-A5E6-4876-1F60A1009A38}" dt="2026-09-07T19:36:37.816" v="71" actId="14100"/>
          <ac:cxnSpMkLst>
            <pc:docMk/>
            <pc:sldMk cId="2210866551" sldId="256"/>
            <ac:cxnSpMk id="22" creationId="{FEF5CF71-8AE6-98C4-67D5-E28E12D28231}"/>
          </ac:cxnSpMkLst>
        </pc:cxnChg>
        <pc:cxnChg chg="add mod">
          <ac:chgData name="ANA BEATRIZ ARAUJO VINCE" userId="S::ana.vince@aluno.cps.sp.gov.br::681984a0-5eea-4176-bc02-0c921d38de01" providerId="AD" clId="Web-{7B6F70A5-FAE0-A5E6-4876-1F60A1009A38}" dt="2026-09-07T19:36:26.659" v="70" actId="14100"/>
          <ac:cxnSpMkLst>
            <pc:docMk/>
            <pc:sldMk cId="2210866551" sldId="256"/>
            <ac:cxnSpMk id="23" creationId="{7C33A9AB-189D-BCD5-7DF9-D884065F100C}"/>
          </ac:cxnSpMkLst>
        </pc:cxnChg>
        <pc:cxnChg chg="add mod">
          <ac:chgData name="ANA BEATRIZ ARAUJO VINCE" userId="S::ana.vince@aluno.cps.sp.gov.br::681984a0-5eea-4176-bc02-0c921d38de01" providerId="AD" clId="Web-{7B6F70A5-FAE0-A5E6-4876-1F60A1009A38}" dt="2026-09-07T19:37:00.771" v="75" actId="1076"/>
          <ac:cxnSpMkLst>
            <pc:docMk/>
            <pc:sldMk cId="2210866551" sldId="256"/>
            <ac:cxnSpMk id="24" creationId="{8923BAAB-A301-50E8-6A93-8DF685772E3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FEF7E6BE-9174-258A-A2A8-AB30CE423406}"/>
              </a:ext>
            </a:extLst>
          </p:cNvPr>
          <p:cNvSpPr/>
          <p:nvPr/>
        </p:nvSpPr>
        <p:spPr>
          <a:xfrm>
            <a:off x="1792117" y="686045"/>
            <a:ext cx="1876122" cy="99406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50F083D-5F92-353A-28CC-43B002EB1E8E}"/>
              </a:ext>
            </a:extLst>
          </p:cNvPr>
          <p:cNvSpPr/>
          <p:nvPr/>
        </p:nvSpPr>
        <p:spPr>
          <a:xfrm>
            <a:off x="1792117" y="1838814"/>
            <a:ext cx="1876122" cy="99406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307777D-E7D0-9927-2073-B6F23CF5803B}"/>
              </a:ext>
            </a:extLst>
          </p:cNvPr>
          <p:cNvSpPr/>
          <p:nvPr/>
        </p:nvSpPr>
        <p:spPr>
          <a:xfrm>
            <a:off x="1792116" y="3001352"/>
            <a:ext cx="1876122" cy="99406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C767EE2-BBBD-4A00-AF85-EFBE1DD3FF3E}"/>
              </a:ext>
            </a:extLst>
          </p:cNvPr>
          <p:cNvSpPr/>
          <p:nvPr/>
        </p:nvSpPr>
        <p:spPr>
          <a:xfrm>
            <a:off x="1792117" y="4163891"/>
            <a:ext cx="1876122" cy="99406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D28AFEA-FC05-8CFA-7498-1C02900B8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2013" y="2178295"/>
            <a:ext cx="2726103" cy="2647950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28E1DA93-E663-FF77-5E9E-F5FF21E0CCDD}"/>
              </a:ext>
            </a:extLst>
          </p:cNvPr>
          <p:cNvCxnSpPr/>
          <p:nvPr/>
        </p:nvCxnSpPr>
        <p:spPr>
          <a:xfrm flipV="1">
            <a:off x="956790" y="1277539"/>
            <a:ext cx="782548" cy="175396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ACA79B5A-FC3B-7096-C048-DC8D01ECE9B0}"/>
              </a:ext>
            </a:extLst>
          </p:cNvPr>
          <p:cNvCxnSpPr>
            <a:cxnSpLocks/>
          </p:cNvCxnSpPr>
          <p:nvPr/>
        </p:nvCxnSpPr>
        <p:spPr>
          <a:xfrm flipV="1">
            <a:off x="1103328" y="2547538"/>
            <a:ext cx="645779" cy="63050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52149227-2A56-6D24-2B7E-795E69EE36F8}"/>
              </a:ext>
            </a:extLst>
          </p:cNvPr>
          <p:cNvCxnSpPr>
            <a:cxnSpLocks/>
          </p:cNvCxnSpPr>
          <p:nvPr/>
        </p:nvCxnSpPr>
        <p:spPr>
          <a:xfrm flipV="1">
            <a:off x="1103328" y="3446307"/>
            <a:ext cx="538317" cy="1504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656011A-8AE9-1BCF-1F83-E35A9C4C725D}"/>
              </a:ext>
            </a:extLst>
          </p:cNvPr>
          <p:cNvCxnSpPr>
            <a:cxnSpLocks/>
          </p:cNvCxnSpPr>
          <p:nvPr/>
        </p:nvCxnSpPr>
        <p:spPr>
          <a:xfrm>
            <a:off x="1093559" y="3783736"/>
            <a:ext cx="645779" cy="85441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AA4BEB24-DC59-7B61-832F-650F919FB53D}"/>
              </a:ext>
            </a:extLst>
          </p:cNvPr>
          <p:cNvSpPr/>
          <p:nvPr/>
        </p:nvSpPr>
        <p:spPr>
          <a:xfrm>
            <a:off x="4420040" y="2512891"/>
            <a:ext cx="1876122" cy="99406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412304A-2ECA-1568-60AD-1F8A3E562869}"/>
              </a:ext>
            </a:extLst>
          </p:cNvPr>
          <p:cNvSpPr/>
          <p:nvPr/>
        </p:nvSpPr>
        <p:spPr>
          <a:xfrm>
            <a:off x="4420039" y="4329967"/>
            <a:ext cx="1876122" cy="99406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AB571F4C-CBA8-30EA-18AB-C8568CA3EA47}"/>
              </a:ext>
            </a:extLst>
          </p:cNvPr>
          <p:cNvSpPr/>
          <p:nvPr/>
        </p:nvSpPr>
        <p:spPr>
          <a:xfrm>
            <a:off x="7135886" y="4329968"/>
            <a:ext cx="1876122" cy="99406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C9FF462-6988-6AFA-1B7B-4CF87F2A4FC2}"/>
              </a:ext>
            </a:extLst>
          </p:cNvPr>
          <p:cNvSpPr/>
          <p:nvPr/>
        </p:nvSpPr>
        <p:spPr>
          <a:xfrm>
            <a:off x="7135885" y="3167429"/>
            <a:ext cx="1876122" cy="99406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F4D7B0B5-C4FF-4AEE-EBDC-C1C26AA2A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532" y="3209071"/>
            <a:ext cx="2120167" cy="2188552"/>
          </a:xfrm>
          <a:prstGeom prst="rect">
            <a:avLst/>
          </a:prstGeom>
        </p:spPr>
      </p:pic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4B3790FC-FFB1-A55E-DD0F-3E2C5FCA7ED7}"/>
              </a:ext>
            </a:extLst>
          </p:cNvPr>
          <p:cNvCxnSpPr/>
          <p:nvPr/>
        </p:nvCxnSpPr>
        <p:spPr>
          <a:xfrm flipH="1" flipV="1">
            <a:off x="9139671" y="3636005"/>
            <a:ext cx="1044845" cy="50925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D4DC7B32-FADB-DA45-DA44-2533CE85F42B}"/>
              </a:ext>
            </a:extLst>
          </p:cNvPr>
          <p:cNvCxnSpPr>
            <a:cxnSpLocks/>
          </p:cNvCxnSpPr>
          <p:nvPr/>
        </p:nvCxnSpPr>
        <p:spPr>
          <a:xfrm flipH="1">
            <a:off x="9110363" y="4164798"/>
            <a:ext cx="1083922" cy="62397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7E501294-CD3B-4A44-87C4-AC0A7413CE45}"/>
              </a:ext>
            </a:extLst>
          </p:cNvPr>
          <p:cNvCxnSpPr>
            <a:cxnSpLocks/>
          </p:cNvCxnSpPr>
          <p:nvPr/>
        </p:nvCxnSpPr>
        <p:spPr>
          <a:xfrm>
            <a:off x="3721482" y="2386733"/>
            <a:ext cx="665316" cy="43434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207B7138-ECA5-558C-EAF4-6B161C277B4F}"/>
              </a:ext>
            </a:extLst>
          </p:cNvPr>
          <p:cNvCxnSpPr>
            <a:cxnSpLocks/>
          </p:cNvCxnSpPr>
          <p:nvPr/>
        </p:nvCxnSpPr>
        <p:spPr>
          <a:xfrm flipV="1">
            <a:off x="3731251" y="3075075"/>
            <a:ext cx="655547" cy="35696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EF5CF71-8AE6-98C4-67D5-E28E12D28231}"/>
              </a:ext>
            </a:extLst>
          </p:cNvPr>
          <p:cNvCxnSpPr>
            <a:cxnSpLocks/>
          </p:cNvCxnSpPr>
          <p:nvPr/>
        </p:nvCxnSpPr>
        <p:spPr>
          <a:xfrm>
            <a:off x="3701943" y="4760656"/>
            <a:ext cx="684855" cy="4357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7C33A9AB-189D-BCD5-7DF9-D884065F100C}"/>
              </a:ext>
            </a:extLst>
          </p:cNvPr>
          <p:cNvCxnSpPr>
            <a:cxnSpLocks/>
          </p:cNvCxnSpPr>
          <p:nvPr/>
        </p:nvCxnSpPr>
        <p:spPr>
          <a:xfrm flipV="1">
            <a:off x="6408019" y="4882383"/>
            <a:ext cx="704393" cy="527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8923BAAB-A301-50E8-6A93-8DF685772E3A}"/>
              </a:ext>
            </a:extLst>
          </p:cNvPr>
          <p:cNvCxnSpPr>
            <a:cxnSpLocks/>
          </p:cNvCxnSpPr>
          <p:nvPr/>
        </p:nvCxnSpPr>
        <p:spPr>
          <a:xfrm flipV="1">
            <a:off x="8078559" y="4159461"/>
            <a:ext cx="1010" cy="25927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1EA3A44-C7D4-C3C1-EEE2-F01C1EB2AADA}"/>
              </a:ext>
            </a:extLst>
          </p:cNvPr>
          <p:cNvSpPr txBox="1"/>
          <p:nvPr/>
        </p:nvSpPr>
        <p:spPr>
          <a:xfrm>
            <a:off x="1816025" y="994589"/>
            <a:ext cx="18979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Definir jogadores</a:t>
            </a:r>
            <a:r>
              <a:rPr lang="pt-BR" dirty="0"/>
              <a:t> 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00F566A-DE7F-73E4-082D-81D3FE4E9473}"/>
              </a:ext>
            </a:extLst>
          </p:cNvPr>
          <p:cNvSpPr txBox="1"/>
          <p:nvPr/>
        </p:nvSpPr>
        <p:spPr>
          <a:xfrm>
            <a:off x="1899532" y="2025392"/>
            <a:ext cx="172538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Escolher tipos de assassino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CE14481-347A-AFE6-68CA-AA0AF1C044DF}"/>
              </a:ext>
            </a:extLst>
          </p:cNvPr>
          <p:cNvSpPr txBox="1"/>
          <p:nvPr/>
        </p:nvSpPr>
        <p:spPr>
          <a:xfrm>
            <a:off x="1832872" y="3209048"/>
            <a:ext cx="187019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Adicionar papéis especiais</a:t>
            </a:r>
            <a:r>
              <a:rPr lang="pt-BR" dirty="0"/>
              <a:t> 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021EE31-50A1-D365-CAB1-47CF20E38571}"/>
              </a:ext>
            </a:extLst>
          </p:cNvPr>
          <p:cNvSpPr txBox="1"/>
          <p:nvPr/>
        </p:nvSpPr>
        <p:spPr>
          <a:xfrm>
            <a:off x="1899532" y="4487914"/>
            <a:ext cx="16357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Iniciar partida</a:t>
            </a:r>
            <a:r>
              <a:rPr lang="pt-BR" dirty="0"/>
              <a:t> 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1023B62-0A86-EA8E-4EC8-505EB611F349}"/>
              </a:ext>
            </a:extLst>
          </p:cNvPr>
          <p:cNvSpPr txBox="1"/>
          <p:nvPr/>
        </p:nvSpPr>
        <p:spPr>
          <a:xfrm>
            <a:off x="4532167" y="2818454"/>
            <a:ext cx="16569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accent5">
                    <a:lumMod val="76000"/>
                  </a:schemeClr>
                </a:solidFill>
              </a:rPr>
              <a:t>Validar Regras</a:t>
            </a:r>
            <a:r>
              <a:rPr lang="pt-BR" dirty="0"/>
              <a:t> 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E3208CB-1D28-5FD0-734D-1923E94733CB}"/>
              </a:ext>
            </a:extLst>
          </p:cNvPr>
          <p:cNvSpPr txBox="1"/>
          <p:nvPr/>
        </p:nvSpPr>
        <p:spPr>
          <a:xfrm>
            <a:off x="4511869" y="4646912"/>
            <a:ext cx="16853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accent5">
                    <a:lumMod val="76000"/>
                  </a:schemeClr>
                </a:solidFill>
              </a:rPr>
              <a:t>Sortear papéis</a:t>
            </a:r>
            <a:r>
              <a:rPr lang="pt-BR" dirty="0"/>
              <a:t> 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6716404-1908-E206-5D22-26E2881B50B7}"/>
              </a:ext>
            </a:extLst>
          </p:cNvPr>
          <p:cNvSpPr txBox="1"/>
          <p:nvPr/>
        </p:nvSpPr>
        <p:spPr>
          <a:xfrm>
            <a:off x="7320730" y="3351961"/>
            <a:ext cx="19874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accent2">
                    <a:lumMod val="76000"/>
                  </a:schemeClr>
                </a:solidFill>
              </a:rPr>
              <a:t>Confirmar e passar adiante 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469E3A4-E81D-D92E-C8F2-E0C249C12DC8}"/>
              </a:ext>
            </a:extLst>
          </p:cNvPr>
          <p:cNvSpPr txBox="1"/>
          <p:nvPr/>
        </p:nvSpPr>
        <p:spPr>
          <a:xfrm>
            <a:off x="7311546" y="4639627"/>
            <a:ext cx="16338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chemeClr val="accent2">
                    <a:lumMod val="76000"/>
                  </a:schemeClr>
                </a:solidFill>
              </a:rPr>
              <a:t>Revelar papel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DA5B82A3-615A-648D-C884-80099A33FF49}"/>
              </a:ext>
            </a:extLst>
          </p:cNvPr>
          <p:cNvSpPr txBox="1"/>
          <p:nvPr/>
        </p:nvSpPr>
        <p:spPr>
          <a:xfrm>
            <a:off x="27201" y="4855517"/>
            <a:ext cx="14688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Organizador 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D2E4FAD-C0BE-59A9-0465-7D78513211AA}"/>
              </a:ext>
            </a:extLst>
          </p:cNvPr>
          <p:cNvSpPr txBox="1"/>
          <p:nvPr/>
        </p:nvSpPr>
        <p:spPr>
          <a:xfrm>
            <a:off x="10396052" y="5406836"/>
            <a:ext cx="14144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Jogador 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AF426F8-97CB-422C-099E-25B99188C9F7}"/>
              </a:ext>
            </a:extLst>
          </p:cNvPr>
          <p:cNvSpPr txBox="1"/>
          <p:nvPr/>
        </p:nvSpPr>
        <p:spPr>
          <a:xfrm>
            <a:off x="4423855" y="225278"/>
            <a:ext cx="69908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u="sng" dirty="0">
                <a:solidFill>
                  <a:schemeClr val="bg2">
                    <a:lumMod val="76000"/>
                  </a:schemeClr>
                </a:solidFill>
                <a:latin typeface="Broadway"/>
              </a:rPr>
              <a:t>Cidade  Dorme</a:t>
            </a:r>
            <a:r>
              <a:rPr lang="pt-BR" sz="2000" u="sng" dirty="0"/>
              <a:t> </a:t>
            </a:r>
            <a:endParaRPr lang="pt-BR" sz="2000" u="sng">
              <a:latin typeface="Broadway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150</cp:revision>
  <dcterms:created xsi:type="dcterms:W3CDTF">2026-09-07T19:18:03Z</dcterms:created>
  <dcterms:modified xsi:type="dcterms:W3CDTF">2026-09-07T19:54:29Z</dcterms:modified>
</cp:coreProperties>
</file>